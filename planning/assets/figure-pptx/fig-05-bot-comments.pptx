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0015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01500" cy="9144000"/>
          </a:xfrm>
          <a:prstGeom prst="rect">
            <a:avLst/>
          </a:prstGeom>
        </p:spPr>
      </p:pic>
      <p:sp>
        <p:nvSpPr>
          <p:cNvPr id="3" name="highlight-1"/>
          <p:cNvSpPr/>
          <p:nvPr/>
        </p:nvSpPr>
        <p:spPr>
          <a:xfrm>
            <a:off x="819150" y="457200"/>
            <a:ext cx="7734300" cy="29337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umber-1"/>
          <p:cNvSpPr/>
          <p:nvPr/>
        </p:nvSpPr>
        <p:spPr>
          <a:xfrm>
            <a:off x="647700" y="28575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highlight-2"/>
          <p:cNvSpPr/>
          <p:nvPr/>
        </p:nvSpPr>
        <p:spPr>
          <a:xfrm>
            <a:off x="819150" y="4257675"/>
            <a:ext cx="7734300" cy="2028825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umber-2"/>
          <p:cNvSpPr/>
          <p:nvPr/>
        </p:nvSpPr>
        <p:spPr>
          <a:xfrm>
            <a:off x="647700" y="4086225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highlight-3"/>
          <p:cNvSpPr/>
          <p:nvPr/>
        </p:nvSpPr>
        <p:spPr>
          <a:xfrm>
            <a:off x="819150" y="6553200"/>
            <a:ext cx="7734300" cy="2038349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ber-3"/>
          <p:cNvSpPr/>
          <p:nvPr/>
        </p:nvSpPr>
        <p:spPr>
          <a:xfrm>
            <a:off x="647700" y="638175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