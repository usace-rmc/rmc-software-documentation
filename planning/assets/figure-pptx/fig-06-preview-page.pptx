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952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525000"/>
          </a:xfrm>
          <a:prstGeom prst="rect">
            <a:avLst/>
          </a:prstGeom>
        </p:spPr>
      </p:pic>
      <p:sp>
        <p:nvSpPr>
          <p:cNvPr id="3" name="highlight-1"/>
          <p:cNvSpPr/>
          <p:nvPr/>
        </p:nvSpPr>
        <p:spPr>
          <a:xfrm>
            <a:off x="-19050" y="-19050"/>
            <a:ext cx="13754100" cy="62865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umber-1"/>
          <p:cNvSpPr/>
          <p:nvPr/>
        </p:nvSpPr>
        <p:spPr>
          <a:xfrm>
            <a:off x="-190500" y="43815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highlight-2"/>
          <p:cNvSpPr/>
          <p:nvPr/>
        </p:nvSpPr>
        <p:spPr>
          <a:xfrm>
            <a:off x="28575" y="742950"/>
            <a:ext cx="2800350" cy="5705475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umber-2"/>
          <p:cNvSpPr/>
          <p:nvPr/>
        </p:nvSpPr>
        <p:spPr>
          <a:xfrm>
            <a:off x="2657475" y="57150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highlight-3"/>
          <p:cNvSpPr/>
          <p:nvPr/>
        </p:nvSpPr>
        <p:spPr>
          <a:xfrm>
            <a:off x="2933700" y="819150"/>
            <a:ext cx="5753100" cy="40005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mber-3"/>
          <p:cNvSpPr/>
          <p:nvPr/>
        </p:nvSpPr>
        <p:spPr>
          <a:xfrm>
            <a:off x="2762250" y="64770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highlight-4"/>
          <p:cNvSpPr/>
          <p:nvPr/>
        </p:nvSpPr>
        <p:spPr>
          <a:xfrm>
            <a:off x="2933700" y="2266950"/>
            <a:ext cx="7848600" cy="308610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umber-4"/>
          <p:cNvSpPr/>
          <p:nvPr/>
        </p:nvSpPr>
        <p:spPr>
          <a:xfrm>
            <a:off x="2762250" y="2095499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highlight-5"/>
          <p:cNvSpPr/>
          <p:nvPr/>
        </p:nvSpPr>
        <p:spPr>
          <a:xfrm>
            <a:off x="3057525" y="4190999"/>
            <a:ext cx="7658100" cy="32385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umber-5"/>
          <p:cNvSpPr/>
          <p:nvPr/>
        </p:nvSpPr>
        <p:spPr>
          <a:xfrm>
            <a:off x="10544175" y="4019549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