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328612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286125"/>
          </a:xfrm>
          <a:prstGeom prst="rect">
            <a:avLst/>
          </a:prstGeom>
        </p:spPr>
      </p:pic>
      <p:sp>
        <p:nvSpPr>
          <p:cNvPr id="3" name="highlight-1"/>
          <p:cNvSpPr/>
          <p:nvPr/>
        </p:nvSpPr>
        <p:spPr>
          <a:xfrm>
            <a:off x="1162050" y="628650"/>
            <a:ext cx="3276600" cy="323850"/>
          </a:xfrm>
          <a:prstGeom prst="rect">
            <a:avLst/>
          </a:prstGeom>
          <a:noFill/>
          <a:ln w="38100">
            <a:solidFill>
              <a:srgbClr val="4A7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umber-1"/>
          <p:cNvSpPr/>
          <p:nvPr/>
        </p:nvSpPr>
        <p:spPr>
          <a:xfrm>
            <a:off x="990599" y="457200"/>
            <a:ext cx="342900" cy="342900"/>
          </a:xfrm>
          <a:prstGeom prst="ellipse">
            <a:avLst/>
          </a:prstGeom>
          <a:solidFill>
            <a:srgbClr val="4A7C9B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highlight-2"/>
          <p:cNvSpPr/>
          <p:nvPr/>
        </p:nvSpPr>
        <p:spPr>
          <a:xfrm>
            <a:off x="7334250" y="657225"/>
            <a:ext cx="1419225" cy="304800"/>
          </a:xfrm>
          <a:prstGeom prst="rect">
            <a:avLst/>
          </a:prstGeom>
          <a:noFill/>
          <a:ln w="38100">
            <a:solidFill>
              <a:srgbClr val="4A7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umber-2"/>
          <p:cNvSpPr/>
          <p:nvPr/>
        </p:nvSpPr>
        <p:spPr>
          <a:xfrm>
            <a:off x="8582025" y="485775"/>
            <a:ext cx="342900" cy="342900"/>
          </a:xfrm>
          <a:prstGeom prst="ellipse">
            <a:avLst/>
          </a:prstGeom>
          <a:solidFill>
            <a:srgbClr val="4A7C9B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highlight-3"/>
          <p:cNvSpPr/>
          <p:nvPr/>
        </p:nvSpPr>
        <p:spPr>
          <a:xfrm>
            <a:off x="1009650" y="1171575"/>
            <a:ext cx="7734300" cy="1657350"/>
          </a:xfrm>
          <a:prstGeom prst="rect">
            <a:avLst/>
          </a:prstGeom>
          <a:noFill/>
          <a:ln w="38100">
            <a:solidFill>
              <a:srgbClr val="4A7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umber-3"/>
          <p:cNvSpPr/>
          <p:nvPr/>
        </p:nvSpPr>
        <p:spPr>
          <a:xfrm>
            <a:off x="838200" y="1000125"/>
            <a:ext cx="342900" cy="342900"/>
          </a:xfrm>
          <a:prstGeom prst="ellipse">
            <a:avLst/>
          </a:prstGeom>
          <a:solidFill>
            <a:srgbClr val="4A7C9B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