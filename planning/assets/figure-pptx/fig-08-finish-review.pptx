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15250" cy="6000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15250" cy="6000750"/>
          </a:xfrm>
          <a:prstGeom prst="rect">
            <a:avLst/>
          </a:prstGeom>
        </p:spPr>
      </p:pic>
      <p:sp>
        <p:nvSpPr>
          <p:cNvPr id="3" name="highlight-1"/>
          <p:cNvSpPr/>
          <p:nvPr/>
        </p:nvSpPr>
        <p:spPr>
          <a:xfrm>
            <a:off x="1190625" y="723900"/>
            <a:ext cx="1419225" cy="304800"/>
          </a:xfrm>
          <a:prstGeom prst="rect">
            <a:avLst/>
          </a:prstGeom>
          <a:noFill/>
          <a:ln w="38100">
            <a:solidFill>
              <a:srgbClr val="4A7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umber-1"/>
          <p:cNvSpPr/>
          <p:nvPr/>
        </p:nvSpPr>
        <p:spPr>
          <a:xfrm>
            <a:off x="1019174" y="552450"/>
            <a:ext cx="342900" cy="342900"/>
          </a:xfrm>
          <a:prstGeom prst="ellipse">
            <a:avLst/>
          </a:prstGeom>
          <a:solidFill>
            <a:srgbClr val="4A7C9B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highlight-2"/>
          <p:cNvSpPr/>
          <p:nvPr/>
        </p:nvSpPr>
        <p:spPr>
          <a:xfrm>
            <a:off x="1181100" y="1295400"/>
            <a:ext cx="5657850" cy="1704975"/>
          </a:xfrm>
          <a:prstGeom prst="rect">
            <a:avLst/>
          </a:prstGeom>
          <a:noFill/>
          <a:ln w="38100">
            <a:solidFill>
              <a:srgbClr val="4A7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umber-2"/>
          <p:cNvSpPr/>
          <p:nvPr/>
        </p:nvSpPr>
        <p:spPr>
          <a:xfrm>
            <a:off x="1009650" y="1123950"/>
            <a:ext cx="342900" cy="342900"/>
          </a:xfrm>
          <a:prstGeom prst="ellipse">
            <a:avLst/>
          </a:prstGeom>
          <a:solidFill>
            <a:srgbClr val="4A7C9B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highlight-3"/>
          <p:cNvSpPr/>
          <p:nvPr/>
        </p:nvSpPr>
        <p:spPr>
          <a:xfrm>
            <a:off x="1181100" y="3429000"/>
            <a:ext cx="2667000" cy="409575"/>
          </a:xfrm>
          <a:prstGeom prst="rect">
            <a:avLst/>
          </a:prstGeom>
          <a:noFill/>
          <a:ln w="38100">
            <a:solidFill>
              <a:srgbClr val="4A7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umber-3"/>
          <p:cNvSpPr/>
          <p:nvPr/>
        </p:nvSpPr>
        <p:spPr>
          <a:xfrm>
            <a:off x="1009650" y="3257550"/>
            <a:ext cx="342900" cy="342900"/>
          </a:xfrm>
          <a:prstGeom prst="ellipse">
            <a:avLst/>
          </a:prstGeom>
          <a:solidFill>
            <a:srgbClr val="4A7C9B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highlight-4"/>
          <p:cNvSpPr/>
          <p:nvPr/>
        </p:nvSpPr>
        <p:spPr>
          <a:xfrm>
            <a:off x="1181100" y="3876674"/>
            <a:ext cx="2857500" cy="409575"/>
          </a:xfrm>
          <a:prstGeom prst="rect">
            <a:avLst/>
          </a:prstGeom>
          <a:noFill/>
          <a:ln w="38100">
            <a:solidFill>
              <a:srgbClr val="4A7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number-4"/>
          <p:cNvSpPr/>
          <p:nvPr/>
        </p:nvSpPr>
        <p:spPr>
          <a:xfrm>
            <a:off x="1009650" y="3705224"/>
            <a:ext cx="342900" cy="342900"/>
          </a:xfrm>
          <a:prstGeom prst="ellipse">
            <a:avLst/>
          </a:prstGeom>
          <a:solidFill>
            <a:srgbClr val="4A7C9B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highlight-5"/>
          <p:cNvSpPr/>
          <p:nvPr/>
        </p:nvSpPr>
        <p:spPr>
          <a:xfrm>
            <a:off x="1181100" y="4324350"/>
            <a:ext cx="2019300" cy="409575"/>
          </a:xfrm>
          <a:prstGeom prst="rect">
            <a:avLst/>
          </a:prstGeom>
          <a:noFill/>
          <a:ln w="38100">
            <a:solidFill>
              <a:srgbClr val="4A7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umber-5"/>
          <p:cNvSpPr/>
          <p:nvPr/>
        </p:nvSpPr>
        <p:spPr>
          <a:xfrm>
            <a:off x="1009650" y="4152900"/>
            <a:ext cx="342900" cy="342900"/>
          </a:xfrm>
          <a:prstGeom prst="ellipse">
            <a:avLst/>
          </a:prstGeom>
          <a:solidFill>
            <a:srgbClr val="4A7C9B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" name="highlight-6"/>
          <p:cNvSpPr/>
          <p:nvPr/>
        </p:nvSpPr>
        <p:spPr>
          <a:xfrm>
            <a:off x="5391150" y="5029200"/>
            <a:ext cx="1485900" cy="381000"/>
          </a:xfrm>
          <a:prstGeom prst="rect">
            <a:avLst/>
          </a:prstGeom>
          <a:noFill/>
          <a:ln w="38100">
            <a:solidFill>
              <a:srgbClr val="4A7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umber-6"/>
          <p:cNvSpPr/>
          <p:nvPr/>
        </p:nvSpPr>
        <p:spPr>
          <a:xfrm>
            <a:off x="6705600" y="4857750"/>
            <a:ext cx="342900" cy="342900"/>
          </a:xfrm>
          <a:prstGeom prst="ellipse">
            <a:avLst/>
          </a:prstGeom>
          <a:solidFill>
            <a:srgbClr val="4A7C9B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