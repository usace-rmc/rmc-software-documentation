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381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10000"/>
          </a:xfrm>
          <a:prstGeom prst="rect">
            <a:avLst/>
          </a:prstGeom>
        </p:spPr>
      </p:pic>
      <p:sp>
        <p:nvSpPr>
          <p:cNvPr id="3" name="highlight-1"/>
          <p:cNvSpPr/>
          <p:nvPr/>
        </p:nvSpPr>
        <p:spPr>
          <a:xfrm>
            <a:off x="2000250" y="1133475"/>
            <a:ext cx="1314450" cy="41910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umber-1"/>
          <p:cNvSpPr/>
          <p:nvPr/>
        </p:nvSpPr>
        <p:spPr>
          <a:xfrm>
            <a:off x="1828800" y="962024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highlight-2"/>
          <p:cNvSpPr/>
          <p:nvPr/>
        </p:nvSpPr>
        <p:spPr>
          <a:xfrm>
            <a:off x="876300" y="2028825"/>
            <a:ext cx="11210925" cy="70485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umber-2"/>
          <p:cNvSpPr/>
          <p:nvPr/>
        </p:nvSpPr>
        <p:spPr>
          <a:xfrm>
            <a:off x="704850" y="1857375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highlight-3"/>
          <p:cNvSpPr/>
          <p:nvPr/>
        </p:nvSpPr>
        <p:spPr>
          <a:xfrm>
            <a:off x="876300" y="2695575"/>
            <a:ext cx="11210925" cy="695325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umber-3"/>
          <p:cNvSpPr/>
          <p:nvPr/>
        </p:nvSpPr>
        <p:spPr>
          <a:xfrm>
            <a:off x="704850" y="2524125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highlight-4"/>
          <p:cNvSpPr/>
          <p:nvPr/>
        </p:nvSpPr>
        <p:spPr>
          <a:xfrm>
            <a:off x="10144125" y="2867025"/>
            <a:ext cx="609600" cy="247649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umber-4"/>
          <p:cNvSpPr/>
          <p:nvPr/>
        </p:nvSpPr>
        <p:spPr>
          <a:xfrm>
            <a:off x="10582275" y="2695575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