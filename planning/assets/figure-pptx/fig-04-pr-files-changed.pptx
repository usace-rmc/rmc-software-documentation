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573000" cy="666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6667500"/>
          </a:xfrm>
          <a:prstGeom prst="rect">
            <a:avLst/>
          </a:prstGeom>
        </p:spPr>
      </p:pic>
      <p:sp>
        <p:nvSpPr>
          <p:cNvPr id="3" name="highlight-1"/>
          <p:cNvSpPr/>
          <p:nvPr/>
        </p:nvSpPr>
        <p:spPr>
          <a:xfrm>
            <a:off x="4057650" y="180975"/>
            <a:ext cx="1695450" cy="41910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umber-1"/>
          <p:cNvSpPr/>
          <p:nvPr/>
        </p:nvSpPr>
        <p:spPr>
          <a:xfrm>
            <a:off x="3886200" y="9525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highlight-2"/>
          <p:cNvSpPr/>
          <p:nvPr/>
        </p:nvSpPr>
        <p:spPr>
          <a:xfrm>
            <a:off x="361950" y="981075"/>
            <a:ext cx="1371600" cy="30480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umber-2"/>
          <p:cNvSpPr/>
          <p:nvPr/>
        </p:nvSpPr>
        <p:spPr>
          <a:xfrm>
            <a:off x="190500" y="809625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highlight-3"/>
          <p:cNvSpPr/>
          <p:nvPr/>
        </p:nvSpPr>
        <p:spPr>
          <a:xfrm>
            <a:off x="104775" y="1733550"/>
            <a:ext cx="2847975" cy="156210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mber-3"/>
          <p:cNvSpPr/>
          <p:nvPr/>
        </p:nvSpPr>
        <p:spPr>
          <a:xfrm>
            <a:off x="-66675" y="156210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highlight-4"/>
          <p:cNvSpPr/>
          <p:nvPr/>
        </p:nvSpPr>
        <p:spPr>
          <a:xfrm>
            <a:off x="3171825" y="3600450"/>
            <a:ext cx="9420225" cy="561975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umber-4"/>
          <p:cNvSpPr/>
          <p:nvPr/>
        </p:nvSpPr>
        <p:spPr>
          <a:xfrm>
            <a:off x="3000375" y="342900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highlight-5"/>
          <p:cNvSpPr/>
          <p:nvPr/>
        </p:nvSpPr>
        <p:spPr>
          <a:xfrm>
            <a:off x="10772775" y="704850"/>
            <a:ext cx="1104900" cy="30480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umber-5"/>
          <p:cNvSpPr/>
          <p:nvPr/>
        </p:nvSpPr>
        <p:spPr>
          <a:xfrm>
            <a:off x="11706225" y="53340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