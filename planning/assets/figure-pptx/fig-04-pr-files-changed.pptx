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573000" cy="6667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573000" cy="6667500"/>
          </a:xfrm>
          <a:prstGeom prst="rect">
            <a:avLst/>
          </a:prstGeom>
        </p:spPr>
      </p:pic>
      <p:sp>
        <p:nvSpPr>
          <p:cNvPr id="3" name="highlight-1"/>
          <p:cNvSpPr/>
          <p:nvPr/>
        </p:nvSpPr>
        <p:spPr>
          <a:xfrm>
            <a:off x="4057650" y="180975"/>
            <a:ext cx="1695450" cy="419100"/>
          </a:xfrm>
          <a:prstGeom prst="rect">
            <a:avLst/>
          </a:prstGeom>
          <a:noFill/>
          <a:ln w="38100">
            <a:solidFill>
              <a:srgbClr val="4A7C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umber-1"/>
          <p:cNvSpPr/>
          <p:nvPr/>
        </p:nvSpPr>
        <p:spPr>
          <a:xfrm>
            <a:off x="3886200" y="9525"/>
            <a:ext cx="342900" cy="342900"/>
          </a:xfrm>
          <a:prstGeom prst="ellipse">
            <a:avLst/>
          </a:prstGeom>
          <a:solidFill>
            <a:srgbClr val="4A7C9B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highlight-2"/>
          <p:cNvSpPr/>
          <p:nvPr/>
        </p:nvSpPr>
        <p:spPr>
          <a:xfrm>
            <a:off x="361950" y="1009650"/>
            <a:ext cx="1085850" cy="247649"/>
          </a:xfrm>
          <a:prstGeom prst="rect">
            <a:avLst/>
          </a:prstGeom>
          <a:noFill/>
          <a:ln w="38100">
            <a:solidFill>
              <a:srgbClr val="4A7C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number-2"/>
          <p:cNvSpPr/>
          <p:nvPr/>
        </p:nvSpPr>
        <p:spPr>
          <a:xfrm>
            <a:off x="190500" y="838200"/>
            <a:ext cx="342900" cy="342900"/>
          </a:xfrm>
          <a:prstGeom prst="ellipse">
            <a:avLst/>
          </a:prstGeom>
          <a:solidFill>
            <a:srgbClr val="4A7C9B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highlight-3"/>
          <p:cNvSpPr/>
          <p:nvPr/>
        </p:nvSpPr>
        <p:spPr>
          <a:xfrm>
            <a:off x="104775" y="1733550"/>
            <a:ext cx="2847975" cy="2705100"/>
          </a:xfrm>
          <a:prstGeom prst="rect">
            <a:avLst/>
          </a:prstGeom>
          <a:noFill/>
          <a:ln w="38100">
            <a:solidFill>
              <a:srgbClr val="4A7C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umber-3"/>
          <p:cNvSpPr/>
          <p:nvPr/>
        </p:nvSpPr>
        <p:spPr>
          <a:xfrm>
            <a:off x="-66675" y="1562100"/>
            <a:ext cx="342900" cy="342900"/>
          </a:xfrm>
          <a:prstGeom prst="ellipse">
            <a:avLst/>
          </a:prstGeom>
          <a:solidFill>
            <a:srgbClr val="4A7C9B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" name="highlight-4"/>
          <p:cNvSpPr/>
          <p:nvPr/>
        </p:nvSpPr>
        <p:spPr>
          <a:xfrm>
            <a:off x="3028950" y="1171575"/>
            <a:ext cx="9563100" cy="561975"/>
          </a:xfrm>
          <a:prstGeom prst="rect">
            <a:avLst/>
          </a:prstGeom>
          <a:noFill/>
          <a:ln w="38100">
            <a:solidFill>
              <a:srgbClr val="4A7C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number-4"/>
          <p:cNvSpPr/>
          <p:nvPr/>
        </p:nvSpPr>
        <p:spPr>
          <a:xfrm>
            <a:off x="2857500" y="1000125"/>
            <a:ext cx="342900" cy="342900"/>
          </a:xfrm>
          <a:prstGeom prst="ellipse">
            <a:avLst/>
          </a:prstGeom>
          <a:solidFill>
            <a:srgbClr val="4A7C9B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1" name="highlight-5"/>
          <p:cNvSpPr/>
          <p:nvPr/>
        </p:nvSpPr>
        <p:spPr>
          <a:xfrm>
            <a:off x="10772775" y="704850"/>
            <a:ext cx="1104900" cy="304800"/>
          </a:xfrm>
          <a:prstGeom prst="rect">
            <a:avLst/>
          </a:prstGeom>
          <a:noFill/>
          <a:ln w="38100">
            <a:solidFill>
              <a:srgbClr val="4A7C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number-5"/>
          <p:cNvSpPr/>
          <p:nvPr/>
        </p:nvSpPr>
        <p:spPr>
          <a:xfrm>
            <a:off x="11706225" y="533400"/>
            <a:ext cx="342900" cy="342900"/>
          </a:xfrm>
          <a:prstGeom prst="ellipse">
            <a:avLst/>
          </a:prstGeom>
          <a:solidFill>
            <a:srgbClr val="4A7C9B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