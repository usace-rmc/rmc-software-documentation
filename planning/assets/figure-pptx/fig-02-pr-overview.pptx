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35242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3524250"/>
          </a:xfrm>
          <a:prstGeom prst="rect">
            <a:avLst/>
          </a:prstGeom>
        </p:spPr>
      </p:pic>
      <p:sp>
        <p:nvSpPr>
          <p:cNvPr id="3" name="highlight-1"/>
          <p:cNvSpPr/>
          <p:nvPr/>
        </p:nvSpPr>
        <p:spPr>
          <a:xfrm>
            <a:off x="476250" y="304800"/>
            <a:ext cx="11620500" cy="485775"/>
          </a:xfrm>
          <a:prstGeom prst="rect">
            <a:avLst/>
          </a:prstGeom>
          <a:noFill/>
          <a:ln w="38100">
            <a:solidFill>
              <a:srgbClr val="4A7C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ber-1"/>
          <p:cNvSpPr/>
          <p:nvPr/>
        </p:nvSpPr>
        <p:spPr>
          <a:xfrm>
            <a:off x="304800" y="133350"/>
            <a:ext cx="342900" cy="342900"/>
          </a:xfrm>
          <a:prstGeom prst="ellipse">
            <a:avLst/>
          </a:prstGeom>
          <a:solidFill>
            <a:srgbClr val="4A7C9B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highlight-2"/>
          <p:cNvSpPr/>
          <p:nvPr/>
        </p:nvSpPr>
        <p:spPr>
          <a:xfrm>
            <a:off x="476250" y="904875"/>
            <a:ext cx="8505825" cy="419100"/>
          </a:xfrm>
          <a:prstGeom prst="rect">
            <a:avLst/>
          </a:prstGeom>
          <a:noFill/>
          <a:ln w="38100">
            <a:solidFill>
              <a:srgbClr val="4A7C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-2"/>
          <p:cNvSpPr/>
          <p:nvPr/>
        </p:nvSpPr>
        <p:spPr>
          <a:xfrm>
            <a:off x="304800" y="733425"/>
            <a:ext cx="342900" cy="342900"/>
          </a:xfrm>
          <a:prstGeom prst="ellipse">
            <a:avLst/>
          </a:prstGeom>
          <a:solidFill>
            <a:srgbClr val="4A7C9B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highlight-3"/>
          <p:cNvSpPr/>
          <p:nvPr/>
        </p:nvSpPr>
        <p:spPr>
          <a:xfrm>
            <a:off x="476250" y="1828800"/>
            <a:ext cx="10553700" cy="419100"/>
          </a:xfrm>
          <a:prstGeom prst="rect">
            <a:avLst/>
          </a:prstGeom>
          <a:noFill/>
          <a:ln w="38100">
            <a:solidFill>
              <a:srgbClr val="4A7C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umber-3"/>
          <p:cNvSpPr/>
          <p:nvPr/>
        </p:nvSpPr>
        <p:spPr>
          <a:xfrm>
            <a:off x="304800" y="1657350"/>
            <a:ext cx="342900" cy="342900"/>
          </a:xfrm>
          <a:prstGeom prst="ellipse">
            <a:avLst/>
          </a:prstGeom>
          <a:solidFill>
            <a:srgbClr val="4A7C9B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highlight-4"/>
          <p:cNvSpPr/>
          <p:nvPr/>
        </p:nvSpPr>
        <p:spPr>
          <a:xfrm>
            <a:off x="9010650" y="2362200"/>
            <a:ext cx="3086100" cy="942975"/>
          </a:xfrm>
          <a:prstGeom prst="rect">
            <a:avLst/>
          </a:prstGeom>
          <a:noFill/>
          <a:ln w="38100">
            <a:solidFill>
              <a:srgbClr val="4A7C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ber-4"/>
          <p:cNvSpPr/>
          <p:nvPr/>
        </p:nvSpPr>
        <p:spPr>
          <a:xfrm>
            <a:off x="8839200" y="2190750"/>
            <a:ext cx="342900" cy="342900"/>
          </a:xfrm>
          <a:prstGeom prst="ellipse">
            <a:avLst/>
          </a:prstGeom>
          <a:solidFill>
            <a:srgbClr val="4A7C9B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highlight-5"/>
          <p:cNvSpPr/>
          <p:nvPr/>
        </p:nvSpPr>
        <p:spPr>
          <a:xfrm>
            <a:off x="10953750" y="390525"/>
            <a:ext cx="1057275" cy="304800"/>
          </a:xfrm>
          <a:prstGeom prst="rect">
            <a:avLst/>
          </a:prstGeom>
          <a:noFill/>
          <a:ln w="38100">
            <a:solidFill>
              <a:srgbClr val="4A7C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umber-5"/>
          <p:cNvSpPr/>
          <p:nvPr/>
        </p:nvSpPr>
        <p:spPr>
          <a:xfrm>
            <a:off x="11839575" y="219075"/>
            <a:ext cx="342900" cy="342900"/>
          </a:xfrm>
          <a:prstGeom prst="ellipse">
            <a:avLst/>
          </a:prstGeom>
          <a:solidFill>
            <a:srgbClr val="4A7C9B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