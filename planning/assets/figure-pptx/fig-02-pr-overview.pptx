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3524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425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476250" y="304800"/>
            <a:ext cx="11620500" cy="4857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304800" y="1333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476250" y="904875"/>
            <a:ext cx="8505825" cy="419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304800" y="7334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476250" y="1828800"/>
            <a:ext cx="10553700" cy="419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304800" y="16573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highlight-4"/>
          <p:cNvSpPr/>
          <p:nvPr/>
        </p:nvSpPr>
        <p:spPr>
          <a:xfrm>
            <a:off x="9010650" y="2362200"/>
            <a:ext cx="3086100" cy="9429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-4"/>
          <p:cNvSpPr/>
          <p:nvPr/>
        </p:nvSpPr>
        <p:spPr>
          <a:xfrm>
            <a:off x="8839200" y="21907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highlight-5"/>
          <p:cNvSpPr/>
          <p:nvPr/>
        </p:nvSpPr>
        <p:spPr>
          <a:xfrm>
            <a:off x="10953750" y="390525"/>
            <a:ext cx="1057275" cy="3048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ber-5"/>
          <p:cNvSpPr/>
          <p:nvPr/>
        </p:nvSpPr>
        <p:spPr>
          <a:xfrm>
            <a:off x="11839575" y="21907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